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Ignite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slide deck generated with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Highlights</a:t>
            </a:r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Cloud-native innovations</a:t>
            </a:r>
          </a:p>
          <a:p>
            <a:pPr lvl="1"/>
            <a:r>
              <a:t>- Scalable architectures</a:t>
            </a:r>
          </a:p>
          <a:p>
            <a:r>
              <a:t>- Cost optimization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1. Keynotes</a:t>
            </a:r>
          </a:p>
          <a:p>
            <a:r>
              <a:t>2. Workshops</a:t>
            </a:r>
          </a:p>
          <a:p>
            <a:r>
              <a:t>3. Demos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4. Q&amp;A</a:t>
            </a:r>
          </a:p>
          <a:p>
            <a:r>
              <a:t>5. Networking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743200" cy="1543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